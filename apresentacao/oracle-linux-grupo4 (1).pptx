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E8D6E2-A2E2-11BD-72BC-97DED1F13FE4}" v="116" dt="2026-09-17T02:57:54.862"/>
    <p1510:client id="{FE62D02D-049D-8018-8FEC-2B5AFC713CA9}" v="7" dt="2026-09-17T11:34:55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BC3AA-76E4-4A42-81B0-31C66BCF46FD}" type="datetimeFigureOut"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87790-0C8B-48E0-97FA-789A780F25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1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62B33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663440" y="23774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Particionamento seguro, instalação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hardening de servidor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215384" y="0"/>
            <a:ext cx="7946136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28600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Particionamento seguro, instalação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hardening de servidor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63440" y="3520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sobre LUKS  •  SSH endurecido  •  automação em shell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4114800"/>
            <a:ext cx="2926080" cy="0"/>
          </a:xfrm>
          <a:prstGeom prst="line">
            <a:avLst/>
          </a:prstGeom>
          <a:noFill/>
          <a:ln w="254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343400"/>
            <a:ext cx="66751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1B1F24"/>
                </a:solidFill>
                <a:latin typeface="Calibri"/>
                <a:ea typeface="Calibri"/>
                <a:cs typeface="Calibri"/>
              </a:rPr>
              <a:t>Integrantes: [Gustavo Batista] · [Italo Bastos] · [Elias Aguiar] · [Raul] · [Rafael Santos] · [Caio]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4709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Sistemas Operacionais — Apresentação de 30 minutos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ROTEIRO — 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da apresentação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e distribuição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Manutenção, ciclo de vida e escolha do Oracle Linux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378440" y="169164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10378440" y="1691640"/>
            <a:ext cx="1234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9B372A"/>
              </a:solidFill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40487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particionamento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sobre LUKS e justificativa de cada decisão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378440" y="245059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10378440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9B372A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16382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com LVM e LUKS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5021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Demonstração: Encrypt no Anaconda, SELinux enforcing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78440" y="3209544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10378440" y="3209544"/>
            <a:ext cx="1234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9B372A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92277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SSH endurecido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42611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chave funcionando + tentativa bloqueada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378440" y="3968496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27" name="Text 25"/>
          <p:cNvSpPr/>
          <p:nvPr/>
        </p:nvSpPr>
        <p:spPr>
          <a:xfrm>
            <a:off x="10378440" y="3968496"/>
            <a:ext cx="1234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9B372A"/>
              </a:solidFill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727448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440" y="468172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net-hardening.sh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4440" y="502005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modos e execução ao vivo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378440" y="472744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33" name="Text 31"/>
          <p:cNvSpPr/>
          <p:nvPr/>
        </p:nvSpPr>
        <p:spPr>
          <a:xfrm>
            <a:off x="10378440" y="4727448"/>
            <a:ext cx="1234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9B372A"/>
              </a:solidFill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34440" y="5440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perguntas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34440" y="57790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aplicado à turma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378440" y="54864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/>
        </p:spPr>
      </p:sp>
      <p:sp>
        <p:nvSpPr>
          <p:cNvPr id="39" name="Text 37"/>
          <p:cNvSpPr/>
          <p:nvPr/>
        </p:nvSpPr>
        <p:spPr>
          <a:xfrm>
            <a:off x="10378440" y="5486400"/>
            <a:ext cx="12344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9B372A"/>
              </a:solidFill>
              <a:ea typeface="Calibri"/>
              <a:cs typeface="Calibr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Linux: manutenção,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e escolha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mantém, quando escolher e como o grupo dividiu o trabalho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698480" cy="5029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mantém o Oracle Linux e por quanto tempo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73152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Mantenedor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 e mantido pela Oracle, com pacotes 100% compatíveis com o RPM/ABI do RHEL.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4F4F5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691640"/>
            <a:ext cx="3566160" cy="73152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65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de longo prazo por até 10 anos por versão principal, com atualizações de segurança contínuas.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4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691640"/>
            <a:ext cx="3566160" cy="73152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65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licenciamento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2514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operacional é gratuito para baixar, instalar e redistribuir. O que se paga são os níveis de suporte (Basic, Premier, Premier Plus).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ESCOLHER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Linux vs. RHEL, Rocky e AlmaLinux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" cy="77724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binária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170992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Idêntica ao RHEL upstream — mesmos pacotes, mesma ABI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4864" cy="77724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243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262432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entre UEK (Unbreakable Enterprise Kernel, otimizado para OCI) ou RHCK (kernel compatível com RHEL)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4864" cy="77724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387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sem reboot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353872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Ksplice aplica correções de segurança no kernel e em bibliotecas críticas sem reiniciar o servidor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4864" cy="77724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531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445312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uso e redistribuição gratuitos; suporte pago é opcional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particionamento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sobre LUKS e a justificativa de cada decisão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698480" cy="5029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10698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DISCO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LVM sobre LUKS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4F5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/boot/efi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(FAT32, sem cifra)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34640" y="1737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4F5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(XFS, sem cifra)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0" y="1600200"/>
            <a:ext cx="6400800" cy="3383280"/>
          </a:xfrm>
          <a:prstGeom prst="roundRect">
            <a:avLst>
              <a:gd name="adj" fmla="val 2162"/>
            </a:avLst>
          </a:prstGeom>
          <a:solidFill>
            <a:srgbClr val="2A1614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6916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LUKS (dm-crypt)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5852160" cy="548640"/>
          </a:xfrm>
          <a:prstGeom prst="roundRect">
            <a:avLst>
              <a:gd name="adj" fmla="val 8333"/>
            </a:avLst>
          </a:prstGeom>
          <a:solidFill>
            <a:srgbClr val="262B3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21945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Volume (PV)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2880360"/>
            <a:ext cx="5852160" cy="548640"/>
          </a:xfrm>
          <a:prstGeom prst="roundRect">
            <a:avLst>
              <a:gd name="adj" fmla="val 8333"/>
            </a:avLst>
          </a:prstGeom>
          <a:solidFill>
            <a:srgbClr val="262B33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8803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 Group (VG) — com espaço livre reservado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611880"/>
            <a:ext cx="1360170" cy="548640"/>
          </a:xfrm>
          <a:prstGeom prst="roundRect">
            <a:avLst>
              <a:gd name="adj" fmla="val 8333"/>
            </a:avLst>
          </a:prstGeom>
          <a:solidFill>
            <a:srgbClr val="C74634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3611880"/>
            <a:ext cx="13601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75170" y="3611880"/>
            <a:ext cx="1360170" cy="548640"/>
          </a:xfrm>
          <a:prstGeom prst="roundRect">
            <a:avLst>
              <a:gd name="adj" fmla="val 8333"/>
            </a:avLst>
          </a:prstGeom>
          <a:solidFill>
            <a:srgbClr val="C74634"/>
          </a:solidFill>
          <a:ln/>
        </p:spPr>
      </p:sp>
      <p:sp>
        <p:nvSpPr>
          <p:cNvPr id="17" name="Text 15"/>
          <p:cNvSpPr/>
          <p:nvPr/>
        </p:nvSpPr>
        <p:spPr>
          <a:xfrm>
            <a:off x="7075170" y="3611880"/>
            <a:ext cx="13601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72500" y="3611880"/>
            <a:ext cx="1360170" cy="548640"/>
          </a:xfrm>
          <a:prstGeom prst="roundRect">
            <a:avLst>
              <a:gd name="adj" fmla="val 8333"/>
            </a:avLst>
          </a:prstGeom>
          <a:solidFill>
            <a:srgbClr val="C74634"/>
          </a:solidFill>
          <a:ln/>
        </p:spPr>
      </p:sp>
      <p:sp>
        <p:nvSpPr>
          <p:cNvPr id="19" name="Text 17"/>
          <p:cNvSpPr/>
          <p:nvPr/>
        </p:nvSpPr>
        <p:spPr>
          <a:xfrm>
            <a:off x="8572500" y="3611880"/>
            <a:ext cx="13601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69830" y="3611880"/>
            <a:ext cx="1360170" cy="548640"/>
          </a:xfrm>
          <a:prstGeom prst="roundRect">
            <a:avLst>
              <a:gd name="adj" fmla="val 8333"/>
            </a:avLst>
          </a:prstGeom>
          <a:solidFill>
            <a:srgbClr val="C74634"/>
          </a:solidFill>
          <a:ln/>
        </p:spPr>
      </p:sp>
      <p:sp>
        <p:nvSpPr>
          <p:cNvPr id="21" name="Text 19"/>
          <p:cNvSpPr/>
          <p:nvPr/>
        </p:nvSpPr>
        <p:spPr>
          <a:xfrm>
            <a:off x="10069830" y="3611880"/>
            <a:ext cx="13601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4251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Lógicos (LV)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das camadas: disco físico → partição criptografada (LUKS) → LVM (PV/VG/LV) → sistemas de arquivos.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 DECISÃO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/boot e /boot/efi ficam fora do LUKS?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BE9E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ovo e da galinha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GRUB precisa ler o kernel e o initramfs antes de existir qualquer chave de descriptografia — não há como o bootloader ler algo que já está criptografado.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boot: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UEFI carrega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 (/boot/efi)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365760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36576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6576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 lê kernel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initramfs (/boot)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365760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36576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C74634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6576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initramfs pede 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senha/chave LUKS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86600" y="365760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36576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C74634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6576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desbloqueado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72600" y="365760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92640" y="365760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C74634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36576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ativa os LVs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sistema inicia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cifra   |   A partir daqui, dentro do container LUKS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 DECISÃO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deixar espaço livre no Volume Group?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desperdício de disco — é margem operacional.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4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espaço livre no VG não é possível tirar snapshot de um LV — o LVM precisa desse espaço reservado para armazenar os blocos alterados.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4231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4F5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lvextend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31089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LV que ficou cheio só pode ser estendido se houver espaço livre disponível no VG para alocar.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4231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2651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 a 100%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31089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Volume Group totalmente ocupado não é eficiência: é a ausência de qualquer margem para manutenção ou recuperação.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 DECISÃO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Opções de montagem endurecidas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B1F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0360" y="1801368"/>
            <a:ext cx="8732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a interpretação de arquivos de dispositivo (block/character) na partição — reduz superfície para escalonamento de privilégio.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B1F2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718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nosuid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990088"/>
            <a:ext cx="8732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os bits setuid/setgid de binários montados ali, impedindo que um executável rode com privilégios elevados indevidos.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B1F2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noexec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4178808"/>
            <a:ext cx="8732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a execução direta de binários a partir da partição — útil em áreas de dados como /home, /var ou /tmp.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Instalação com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LVM e LUKS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 (ou vídeo acelerado) com os pontos críticos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698480" cy="5029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Passos-chave da instalação (Anaconda)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Particionamento manual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94960" y="1755648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das partições /boot/efi e /boot fora do container; restante do disco como espaço para o LUKS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94960" y="2715768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"Encrypt" no Anaconda para o container LUKS antes de configurar o LVM por cima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67588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do LUKS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94960" y="3675888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da frase-secreta que será solicitada no boot para desbloquear o container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63600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enforcing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394960" y="4636008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o modo de segurança do SELinux permanece enforcing durante e após a instalação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Confirmando o esquema após a instalação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D111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37944"/>
            <a:ext cx="100584" cy="100584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37944"/>
            <a:ext cx="100584" cy="100584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837944"/>
            <a:ext cx="100584" cy="100584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75688"/>
            <a:ext cx="5029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lsblk -f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FSTYPE      MOUNTPOINT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├─sda1          vfat        /boot/efi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├─sda2          xfs         /boot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└─sda3          crypto_LUKS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└─luks-root   LVM2_member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├─vg-root   xfs         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├─vg-home   xfs         /home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└─vg-swap   swap        [SWAP]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D1117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1837944"/>
            <a:ext cx="100584" cy="100584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1837944"/>
            <a:ext cx="100584" cy="100584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0568" y="1837944"/>
            <a:ext cx="100584" cy="100584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75688"/>
            <a:ext cx="48920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cryptsetup luksDump /dev/sda3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      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Cipher:        aes-xts-plain64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pvs / vgs / lvs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/dev/mapper/luks-root  VG vg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VG vg  #PV 1  #LV 3  VFree  &lt;espaço livre&gt;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 root, home, swap ...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 SSH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endurecido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chave funcionando e uma tentativa bloqueada, ao vivo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550313" cy="5029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1053973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Itens endurecidos em /etc/ssh/sshd_config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0D111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83664"/>
            <a:ext cx="100584" cy="100584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83664"/>
            <a:ext cx="100584" cy="100584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21408"/>
            <a:ext cx="55778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PermitRootLogin no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PasswordAuthentication no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PubkeyAuthentication yes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AllowUsers &lt;usuario_operacional&gt;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MaxAuthTries 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ClientAliveInterval 300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ClientAliveCountMax 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X11Forwarding 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senha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194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apenas por chave pública — elimina ataques de força bruta a senha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0" y="3063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root direto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3429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 login com usuário sem privilégio + escalonamento controlado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limitadas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MaxAuthTries derruba a conexão após poucas tentativas falhas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por chave x tentativa bloqueada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57200"/>
          </a:xfrm>
          <a:prstGeom prst="roundRect">
            <a:avLst>
              <a:gd name="adj" fmla="val 50000"/>
            </a:avLst>
          </a:prstGeom>
          <a:solidFill>
            <a:srgbClr val="E6F3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PERMITIDO — login com chave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386584"/>
            <a:ext cx="100584" cy="100584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386584"/>
            <a:ext cx="100584" cy="100584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386584"/>
            <a:ext cx="100584" cy="100584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24328"/>
            <a:ext cx="4892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-i chave_privada usuario@servidor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 with partial success.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login: ... from ...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usuario@servidor:~$ 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45720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6916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 — tentativa por senha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2402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28232" y="2386584"/>
            <a:ext cx="100584" cy="100584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2386584"/>
            <a:ext cx="100584" cy="100584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30568" y="2386584"/>
            <a:ext cx="100584" cy="100584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624328"/>
            <a:ext cx="48920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97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usuario@servidor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usuario@servidor: Permission denied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(publickey).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PasswordAuthentication no  →  o servidor nem oferece a opção de senha durante o handshake.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net-hardening.sh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modos (--dry-run) e execução ao vivo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920730" cy="5029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10698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net-hardening.sh é estruturado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1B1F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detectar_ambiente()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09160" y="181051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interface de rede ativa, porta SSH atual e sessão do operador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1B1F2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aplicar_regras()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86207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as rich rules do firewalld: limite de taxa, allowlist de IPs, porta SSH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1B1F2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--dry-run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91363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as alterações e imprime o que seria executado, sem tocar no firewall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1B1F2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377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4965192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as regras aplicadas, preservando a regra que sustenta a sessão atual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AO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rule com limite de taxa no firewalld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29384"/>
            <a:ext cx="100584" cy="100584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29384"/>
            <a:ext cx="100584" cy="100584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929384"/>
            <a:ext cx="100584" cy="100584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67128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--add-rich-rule=' \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 service name="ssh" \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 value="10/m" accept'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essa regra faz: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a quantidade de novas conexões aceitas por minuto naquela porta — mitigando tentativas de força bruta sem depender de bloqueio permanente de IP.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bloqueia IPs para sempre  •  Não limita banda  •  Não afeta o próprio administrador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SELF-LOCKOUT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script não remove sua própria regra de SSH?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9E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sem essa proteção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 regra que sustenta a sessão atual derrubaria a própria conexão do administrador remoto, deixando o sistema potencialmente inacessível.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3163824"/>
            <a:ext cx="100584" cy="100584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163824"/>
            <a:ext cx="100584" cy="100584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3163824"/>
            <a:ext cx="100584" cy="100584"/>
          </a:xfrm>
          <a:prstGeom prst="ellipse">
            <a:avLst/>
          </a:prstGeom>
          <a:solidFill>
            <a:srgbClr val="2C7A3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01568"/>
            <a:ext cx="10607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trecho do rollback()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porta_atual=$(echo $SSH_CONNECTION | awk '{print $4}')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[[ "$porta" == "$porta_atual" ]]; then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log_erro "Regra da sessão atual preservada"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continue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script detecta a porta da sessão via a variável SSH_CONNECTION e pula a remoção dessa regra específica, registrando um erro em vez de aplicar a mudança.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perguntas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turma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pergunta é respondível apenas com o conteúdo apresentado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698480" cy="5029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1702646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0515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que, no esquema de particionamento deste trabalho, /boot e /boot/efi ficam de fora do container LUKS?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XFS não suporta criptografia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47472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GRUB precisa ler o kernel e o initramfs antes de existir qualquer chave de descriptografia — não há como o bootloader ler algo que já está criptografado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4340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434340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UEFI exige que toda a partição de boot esteja sem criptografia por lei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1208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521208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LUKS não suporta partições menores que 2 GB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— MÚLTIPLA ESCOLHA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6F3E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515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Correta: b) Porque o GRUB precisa ler o kernel e o initramfs antes de existir qualquer chave de descriptografia — não há como o bootloader ler algo que já está criptografado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bootloader precisa acessar o kernel e o initramfs para, só então, poder solicitar a chave e desbloquear o container LUKS. Se essas partições estivessem cifradas, não haveria como iniciar o processo de desbloqueio — por isso ficam fora, em texto claro.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0515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função da rich rule com limite de taxa (limit value="10/m") aplicada pelo net-hardening.sh no firewalld?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permanentemente qualquer IP que tente se conectar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47472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a banda total disponível para a porta SSH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4340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434340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a quantidade de novas conexões aceitas por minuto naquela porta, mitigando tentativas de força bruta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1208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521208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Impedir que o próprio administrador se reconecte depois de um tempo de inatividade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— MÚLTIPLA ESCOLHA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6F3E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515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Correta: c) Restringir a quantidade de novas conexões aceitas por minuto naquela porta, mitigando tentativas de força bruta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 rule com limite de taxa não bloqueia IPs nem limita a banda — ela restringe quantas novas conexões por minuto são aceitas naquela porta, tornando ataques de força bruta impraticáveis sem afetar o uso legítimo.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05156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modelo comercial da Oracle para o Oracle Linux, o que exatamente é pago?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download e a instalação do sistema operacional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47472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por número de servidores em produção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34340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4340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434340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os níveis de suporte (Basic, Premier, Premier Plus) — o sistema operacional em si é gratuito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332720" cy="713232"/>
          </a:xfrm>
          <a:prstGeom prst="roundRect">
            <a:avLst>
              <a:gd name="adj" fmla="val 7692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21208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5212080"/>
            <a:ext cx="9418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o uso do kernel UEK; o RHCK é pago à parte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— MÚLTIPLA ESCOLHA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6F3E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515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Correta: c) Apenas os níveis de suporte (Basic, Premier, Premier Plus) — o sistema operacional em si é gratuito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Oracle Linux pode ser baixado, instalado e redistribuído livremente, incluindo em produção. O que a Oracle comercializa são os níveis de suporte técnico — Basic, Premier e Premier Plus — não o sistema operacional em si.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DISSERTATIVA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0515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net-hardening.sh se recusa a remover a regra de firewall que sustenta a sessão SSH atual de quem está executando o rollback? O que aconteceria se ele não tivesse essa proteção?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17320" y="2788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(pergunta dissertativa — respondível apenas com o conteúdo apresentado)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ESPERADA — DISSERTATIVA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removê-la derrubaria a própria conexão de quem está administrando o servidor remotamente, deixando o sistema potencialmente inacessível (seria preciso outro caminho de acesso, como console físico/virtual, para corrigir). O script detecta a porta da sessão atual via SSH_CONNECTION e pula a remoção dessa regra específica, registrando um erro em vez de aplicar a mudança.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166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comentado — máx. 3 linhas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DISSERTATIVA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0515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"espaço livre no volume group" é tratado como requisito no esquema de particionamento, e não como desperdício de disco?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17320" y="2788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(pergunta dissertativa — respondível apenas com o conteúdo apresentado)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ESPERADA — DISSERTATIVA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F4F4F5"/>
          </a:solidFill>
          <a:ln w="12700">
            <a:solidFill>
              <a:srgbClr val="E2E2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espaço livre no VG não é possível tirar snapshot de um LV nem estender (lvextend) um volume que ficou cheio — o LVM precisa desse espaço reservado para essas operações. Um VG ocupado a 100% não é eficiência, é a ausência de qualquer margem para manutenção ou recuperação.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166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comentado — máx. 3 linhas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2395728"/>
            <a:ext cx="82296" cy="8229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2860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Linux — documentação oficial (docs.oracle.com/en/operating-systems/oracle-linux)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962656"/>
            <a:ext cx="82296" cy="8229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529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Linux support levels e Ksplice (oracle.com/linux)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529584"/>
            <a:ext cx="82296" cy="8229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1985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Enterprise Linux — Security Guide (LUKS, SELinux)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096512"/>
            <a:ext cx="82296" cy="8229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8678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sshd_config, man cryptsetup, man lvm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663440"/>
            <a:ext cx="82296" cy="8229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55371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Rich Language documentation (firewalld.org)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5230368"/>
            <a:ext cx="82296" cy="82296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120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do grupo: github.com/caioalmeidaa-hash/oracle-linux-grupo4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— Grupo 4 · Oracle Linux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113</cp:revision>
  <dcterms:created xsi:type="dcterms:W3CDTF">2026-09-17T02:47:42Z</dcterms:created>
  <dcterms:modified xsi:type="dcterms:W3CDTF">2026-09-17T11:35:08Z</dcterms:modified>
</cp:coreProperties>
</file>